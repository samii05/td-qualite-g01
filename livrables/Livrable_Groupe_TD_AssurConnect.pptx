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134" dt="2026-10-16T09:01:53.8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16T09:10:51.824" v="720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1244</TotalTime>
  <Words>6825</Words>
  <Application>Microsoft Office PowerPoint</Application>
  <PresentationFormat>Grand écran</PresentationFormat>
  <Paragraphs>1475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4</cp:revision>
  <dcterms:created xsi:type="dcterms:W3CDTF">2026-10-12T11:18:29Z</dcterms:created>
  <dcterms:modified xsi:type="dcterms:W3CDTF">2026-10-16T09:11:02Z</dcterms:modified>
</cp:coreProperties>
</file>