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26" dt="2026-10-14T20:58:06.443"/>
    <p1510:client id="{D62CA34C-66B5-4347-BECC-F1463BCDF700}" v="36" dt="2026-10-14T14:39:57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-112" y="-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14T20:58:06.443" v="420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14:59:42.612" v="313" actId="1076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4T14:59:42.612" v="313" actId="1076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4T14:53:52.369" v="266" actId="14100"/>
          <ac:graphicFrameMkLst>
            <pc:docMk/>
            <pc:sldMk cId="0" sldId="270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20:57:07.753" v="414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4T20:57:07.753" v="414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4T20:56:21.961" v="410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4T20:58:06.443" v="420"/>
        <pc:sldMkLst>
          <pc:docMk/>
          <pc:sldMk cId="0" sldId="272"/>
        </pc:sldMkLst>
        <pc:graphicFrameChg chg="mod modGraphic">
          <ac:chgData name="Sami Ramzi Rezig" userId="572d1711-ff67-49fd-9a5d-76c488e55421" providerId="ADAL" clId="{F0B34570-08E3-456C-A539-DC5BE340AC6A}" dt="2026-10-14T20:58:06.443" v="420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9611"/>
              </p:ext>
            </p:extLst>
          </p:nvPr>
        </p:nvGraphicFramePr>
        <p:xfrm>
          <a:off x="640080" y="2579829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Clé primaire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4182175" y="625995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</a:t>
            </a:r>
            <a:r>
              <a:rPr lang="fr-FR" sz="1200" b="0" i="0" dirty="0">
                <a:solidFill>
                  <a:srgbClr val="B8C0C8"/>
                </a:solidFill>
                <a:latin typeface="Inter"/>
              </a:rPr>
              <a:t>td-qualite-01/notebook/S1-01.ipynb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234550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notebooks/S1_g01.ipynb, US-02 cellule 5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097247"/>
              </p:ext>
            </p:extLst>
          </p:nvPr>
        </p:nvGraphicFramePr>
        <p:xfrm>
          <a:off x="640080" y="2579827"/>
          <a:ext cx="10908792" cy="214884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notebooks/S1_g01.ipynb,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Écart introduit volontairement sur une copie : la porte échoue-t-elle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problème de conversion rencontré (décimales, NULL, accents) et sa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2010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12715"/>
            <a:ext cx="10908792" cy="101376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75104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Indicateur (nulls, vides, distincts,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mesurée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46371"/>
          <a:ext cx="10908792" cy="13167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496007"/>
          <a:ext cx="10908792" cy="3520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6507</Words>
  <Application>Microsoft Office PowerPoint</Application>
  <PresentationFormat>Grand écran</PresentationFormat>
  <Paragraphs>1473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2</cp:revision>
  <dcterms:created xsi:type="dcterms:W3CDTF">2026-10-12T11:18:29Z</dcterms:created>
  <dcterms:modified xsi:type="dcterms:W3CDTF">2026-10-14T20:58:12Z</dcterms:modified>
</cp:coreProperties>
</file>