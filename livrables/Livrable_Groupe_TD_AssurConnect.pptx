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35" dt="2026-10-21T08:08:51.1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1T12:31:51.397" v="1269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1339</TotalTime>
  <Words>7163</Words>
  <Application>Microsoft Office PowerPoint</Application>
  <PresentationFormat>Grand écran</PresentationFormat>
  <Paragraphs>1475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4</cp:revision>
  <dcterms:created xsi:type="dcterms:W3CDTF">2026-10-12T11:18:29Z</dcterms:created>
  <dcterms:modified xsi:type="dcterms:W3CDTF">2026-10-21T12:31:52Z</dcterms:modified>
</cp:coreProperties>
</file>